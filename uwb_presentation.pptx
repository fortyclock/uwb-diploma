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bookmarkIdSeed="2" saveSubsetFonts="1" showSpecialPlsOnTitleSld="0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C1F9FF-7E10-6313-358F-5D45BA2BD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352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4777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951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6F3995-3ECF-D95B-FCA1-C85FB0BAD9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CEFAD-B326-87C0-042B-EA1DA8C3D5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5FBD92-7C5B-B9D6-7FAA-CAE5DF9F73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44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7044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24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712B9-9A8B-C738-7185-C27AAB3B34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653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233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608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2A10AA-E9B3-8AEF-B568-60E8AA02B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299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3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133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2A57B5-E670-4FCD-62B8-56AF9C7654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3ADDB-98EC-01CE-9534-312EE6E8DE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1A0104-0C24-043E-9FAA-00740C3FA7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15424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709454" y="60304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47869358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12273892" name="Текст 11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/>
              <a:buNone/>
              <a:defRPr sz="1200">
                <a:solidFill>
                  <a:schemeClr val="bg1"/>
                </a:solidFill>
                <a:latin typeface="Verdana"/>
                <a:ea typeface="Verdana"/>
              </a:defRPr>
            </a:lvl1pPr>
          </a:lstStyle>
          <a:p>
            <a:pPr marL="514350" marR="0" lvl="0" indent="-51435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вспомогательный текст</a:t>
            </a:r>
            <a:endParaRPr/>
          </a:p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endParaRPr lang="ru-RU"/>
          </a:p>
        </p:txBody>
      </p:sp>
      <p:pic>
        <p:nvPicPr>
          <p:cNvPr id="584377831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911225" y="626121"/>
            <a:ext cx="2646405" cy="724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азделите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94696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1400346221" name="Текст 11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/>
              <a:buNone/>
              <a:defRPr sz="1200">
                <a:solidFill>
                  <a:schemeClr val="bg1"/>
                </a:solidFill>
                <a:latin typeface="Verdana"/>
                <a:ea typeface="Verdana"/>
              </a:defRPr>
            </a:lvl1pPr>
          </a:lstStyle>
          <a:p>
            <a:pPr marL="514350" marR="0" lvl="0" indent="-51435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Вспомогательный текст</a:t>
            </a:r>
            <a:endParaRPr/>
          </a:p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endParaRPr lang="ru-RU"/>
          </a:p>
        </p:txBody>
      </p:sp>
      <p:pic>
        <p:nvPicPr>
          <p:cNvPr id="348342464" name="Рисунок 4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982664" y="587000"/>
            <a:ext cx="1596908" cy="4370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Внутренний слайд_1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58533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9058587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fld id="{E1CC0667-2001-4D70-B0A4-E29B98EEB1CF}" type="slidenum">
              <a:rPr lang="ru-RU"/>
              <a:t/>
            </a:fld>
            <a:r>
              <a:rPr lang="ru-RU"/>
              <a:t> </a:t>
            </a:r>
            <a:endParaRPr lang="ru-RU"/>
          </a:p>
        </p:txBody>
      </p:sp>
      <p:sp>
        <p:nvSpPr>
          <p:cNvPr id="136438342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pic>
        <p:nvPicPr>
          <p:cNvPr id="1351505684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47657552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/>
                <a:ea typeface="Verdan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pic>
        <p:nvPicPr>
          <p:cNvPr id="913512429" name="Рисунок 2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Внутренний слайд_2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897922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819457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fld id="{E1CC0667-2001-4D70-B0A4-E29B98EEB1CF}" type="slidenum">
              <a:rPr lang="ru-RU"/>
              <a:t/>
            </a:fld>
            <a:r>
              <a:rPr lang="ru-RU"/>
              <a:t> </a:t>
            </a:r>
            <a:endParaRPr lang="ru-RU"/>
          </a:p>
        </p:txBody>
      </p:sp>
      <p:sp>
        <p:nvSpPr>
          <p:cNvPr id="45755894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624220459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ea typeface="Verdana"/>
              </a:defRPr>
            </a:lvl1pPr>
            <a:lvl2pPr>
              <a:defRPr>
                <a:latin typeface="Verdana"/>
                <a:ea typeface="Verdana"/>
              </a:defRPr>
            </a:lvl2pPr>
            <a:lvl3pPr>
              <a:defRPr>
                <a:latin typeface="Verdana"/>
                <a:ea typeface="Verdana"/>
              </a:defRPr>
            </a:lvl3pPr>
            <a:lvl4pPr>
              <a:defRPr>
                <a:latin typeface="Verdana"/>
                <a:ea typeface="Verdana"/>
              </a:defRPr>
            </a:lvl4pPr>
            <a:lvl5pPr>
              <a:defRPr>
                <a:latin typeface="Verdana"/>
                <a:ea typeface="Verdana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50998031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/>
                <a:ea typeface="Verdana"/>
              </a:defRPr>
            </a:lvl1pPr>
            <a:lvl2pPr>
              <a:defRPr>
                <a:latin typeface="Verdana"/>
                <a:ea typeface="Verdana"/>
              </a:defRPr>
            </a:lvl2pPr>
            <a:lvl3pPr>
              <a:defRPr>
                <a:latin typeface="Verdana"/>
                <a:ea typeface="Verdana"/>
              </a:defRPr>
            </a:lvl3pPr>
            <a:lvl4pPr>
              <a:defRPr>
                <a:latin typeface="Verdana"/>
                <a:ea typeface="Verdana"/>
              </a:defRPr>
            </a:lvl4pPr>
            <a:lvl5pPr>
              <a:defRPr>
                <a:latin typeface="Verdana"/>
                <a:ea typeface="Verdana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pic>
        <p:nvPicPr>
          <p:cNvPr id="1269339661" name="Рисунок 1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Внутренний слайд_3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428480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8399566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fld id="{E1CC0667-2001-4D70-B0A4-E29B98EEB1CF}" type="slidenum">
              <a:rPr lang="ru-RU"/>
              <a:t/>
            </a:fld>
            <a:r>
              <a:rPr lang="ru-RU"/>
              <a:t> </a:t>
            </a:r>
            <a:endParaRPr lang="ru-RU"/>
          </a:p>
        </p:txBody>
      </p:sp>
      <p:sp>
        <p:nvSpPr>
          <p:cNvPr id="213948937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2015131976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/>
                <a:ea typeface="Verdan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8509634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/>
                <a:ea typeface="Verdan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06283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505074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/>
                <a:ea typeface="Verdan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39899275" name="Текст 3"/>
          <p:cNvSpPr>
            <a:spLocks noGrp="1"/>
          </p:cNvSpPr>
          <p:nvPr>
            <p:ph type="body" sz="half" idx="13"/>
          </p:nvPr>
        </p:nvSpPr>
        <p:spPr bwMode="auto">
          <a:xfrm>
            <a:off x="6173787" y="2505074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/>
                <a:ea typeface="Verdan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pic>
        <p:nvPicPr>
          <p:cNvPr id="198752230" name="Рисунок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Внутренний слайд_4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21349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086768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fld id="{E1CC0667-2001-4D70-B0A4-E29B98EEB1CF}" type="slidenum">
              <a:rPr lang="ru-RU"/>
              <a:t/>
            </a:fld>
            <a:r>
              <a:rPr lang="ru-RU"/>
              <a:t> </a:t>
            </a:r>
            <a:endParaRPr lang="ru-RU"/>
          </a:p>
        </p:txBody>
      </p:sp>
      <p:sp>
        <p:nvSpPr>
          <p:cNvPr id="184761198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/>
                <a:ea typeface="Verdana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pic>
        <p:nvPicPr>
          <p:cNvPr id="766624934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78583325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/>
                <a:ea typeface="Verdan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26677151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5943626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6612" y="2505074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/>
                <a:ea typeface="Verdan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pic>
        <p:nvPicPr>
          <p:cNvPr id="2037490291" name="Рисунок 10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19778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Спасибо за внимание!</a:t>
            </a:r>
            <a:endParaRPr/>
          </a:p>
        </p:txBody>
      </p:sp>
      <p:pic>
        <p:nvPicPr>
          <p:cNvPr id="1921509127" name="Рисунок 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5098060" y="811589"/>
            <a:ext cx="1946275" cy="5326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3C388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>
          <a:solidFill>
            <a:schemeClr val="bg1"/>
          </a:solidFill>
          <a:latin typeface="Verdana"/>
          <a:ea typeface="Verdan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282182" name="Заголовок 4"/>
          <p:cNvSpPr>
            <a:spLocks noGrp="1"/>
          </p:cNvSpPr>
          <p:nvPr>
            <p:ph type="title"/>
          </p:nvPr>
        </p:nvSpPr>
        <p:spPr bwMode="auto">
          <a:xfrm flipH="0" flipV="0">
            <a:off x="895349" y="1717775"/>
            <a:ext cx="10515600" cy="22712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ru-RU" b="1"/>
              <a:t>Применение локальной системы позиционирования на основе технологии </a:t>
            </a:r>
            <a:r>
              <a:rPr lang="en-US" b="1"/>
              <a:t>UWB </a:t>
            </a:r>
            <a:r>
              <a:rPr lang="ru-RU" b="1"/>
              <a:t>для управления дронами</a:t>
            </a:r>
            <a:r>
              <a:rPr lang="ru-RU" b="1"/>
              <a:t> </a:t>
            </a:r>
            <a:endParaRPr lang="ru-RU" b="1"/>
          </a:p>
        </p:txBody>
      </p:sp>
      <p:sp>
        <p:nvSpPr>
          <p:cNvPr id="663215666" name="Текст 1"/>
          <p:cNvSpPr>
            <a:spLocks noGrp="1"/>
          </p:cNvSpPr>
          <p:nvPr>
            <p:ph type="body" sz="quarter" idx="10"/>
          </p:nvPr>
        </p:nvSpPr>
        <p:spPr bwMode="auto">
          <a:xfrm flipH="0" flipV="0">
            <a:off x="4946610" y="4767521"/>
            <a:ext cx="6711053" cy="1268030"/>
          </a:xfrm>
        </p:spPr>
        <p:txBody>
          <a:bodyPr/>
          <a:lstStyle/>
          <a:p>
            <a:pPr>
              <a:defRPr/>
            </a:pPr>
            <a:r>
              <a:rPr lang="ru-RU" sz="1800"/>
              <a:t>Выполнил: студент группы 022, ФИТ, каф. УИ, Пархоменко Марк Сергеевич</a:t>
            </a:r>
            <a:endParaRPr sz="1800"/>
          </a:p>
          <a:p>
            <a:pPr>
              <a:defRPr/>
            </a:pPr>
            <a:r>
              <a:rPr lang="ru-RU" sz="1800"/>
              <a:t>Руководитель: доцент кафедры кафедры УИ, к.п.н., доцент, Лобода Юлия Олеговна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878640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E396C8-DD90-EFC3-B9CD-499E66AC86B3}" type="slidenum">
              <a:rPr lang="ru-RU"/>
              <a:t>3</a:t>
            </a:fld>
            <a:r>
              <a:rPr lang="ru-RU"/>
              <a:t> </a:t>
            </a:r>
            <a:endParaRPr lang="ru-RU"/>
          </a:p>
        </p:txBody>
      </p:sp>
      <p:sp>
        <p:nvSpPr>
          <p:cNvPr id="1548846364" name="Заголовок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Актуальность</a:t>
            </a:r>
            <a:endParaRPr lang="ru-RU" b="1"/>
          </a:p>
        </p:txBody>
      </p:sp>
      <p:sp>
        <p:nvSpPr>
          <p:cNvPr id="1932007051" name="Объект 4"/>
          <p:cNvSpPr>
            <a:spLocks noGrp="1"/>
          </p:cNvSpPr>
          <p:nvPr>
            <p:ph sz="half" idx="2"/>
          </p:nvPr>
        </p:nvSpPr>
        <p:spPr bwMode="auto">
          <a:xfrm flipH="0" flipV="0">
            <a:off x="513821" y="1825624"/>
            <a:ext cx="10839977" cy="3698874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/>
              <a:t>Навигация по </a:t>
            </a:r>
            <a:r>
              <a:rPr lang="en-US"/>
              <a:t>UWB</a:t>
            </a:r>
            <a:r>
              <a:rPr lang="ru-RU"/>
              <a:t> позволяет достичь </a:t>
            </a:r>
            <a:r>
              <a:rPr lang="ru-RU" b="1"/>
              <a:t>сантиметровую </a:t>
            </a:r>
            <a:r>
              <a:rPr lang="ru-RU"/>
              <a:t>точность, что особенно важно в управлении роем дронов в замкнутом пространстве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346066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Цель и задачи</a:t>
            </a:r>
            <a:endParaRPr lang="ru-RU" b="1"/>
          </a:p>
        </p:txBody>
      </p:sp>
      <p:sp>
        <p:nvSpPr>
          <p:cNvPr id="1834982025" name="Объект 4"/>
          <p:cNvSpPr>
            <a:spLocks noGrp="1"/>
          </p:cNvSpPr>
          <p:nvPr>
            <p:ph sz="half" idx="1"/>
          </p:nvPr>
        </p:nvSpPr>
        <p:spPr bwMode="auto">
          <a:xfrm flipH="0" flipV="0">
            <a:off x="257379" y="1437908"/>
            <a:ext cx="11613173" cy="4753341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b="1"/>
              <a:t>Цель работы:</a:t>
            </a:r>
            <a:r>
              <a:rPr lang="ru-RU"/>
              <a:t> обеспечение высокоточного позиционирования роя дронов в замкнутом пространстве на базе </a:t>
            </a:r>
            <a:r>
              <a:rPr lang="en-US"/>
              <a:t>UWB</a:t>
            </a:r>
            <a:r>
              <a:rPr lang="ru-RU"/>
              <a:t>-технологии.</a:t>
            </a:r>
            <a:endParaRPr lang="ru-RU"/>
          </a:p>
          <a:p>
            <a:pPr marL="0" indent="0">
              <a:buFont typeface="Arial"/>
              <a:buNone/>
              <a:defRPr/>
            </a:pPr>
            <a:r>
              <a:rPr lang="ru-RU" b="1"/>
              <a:t>Задачи:</a:t>
            </a:r>
            <a:endParaRPr lang="ru-RU"/>
          </a:p>
          <a:p>
            <a:pPr>
              <a:defRPr/>
            </a:pPr>
            <a:r>
              <a:rPr lang="ru-RU"/>
              <a:t>Анализ технологии. Работа с источниками</a:t>
            </a:r>
            <a:endParaRPr lang="ru-RU"/>
          </a:p>
          <a:p>
            <a:pPr>
              <a:defRPr/>
            </a:pPr>
            <a:r>
              <a:rPr lang="ru-RU"/>
              <a:t>Разбор методов позиционирования </a:t>
            </a:r>
            <a:endParaRPr lang="ru-RU"/>
          </a:p>
          <a:p>
            <a:pPr>
              <a:defRPr/>
            </a:pPr>
            <a:r>
              <a:rPr lang="ru-RU"/>
              <a:t>Обзор конфигурации навигационной системы</a:t>
            </a:r>
            <a:endParaRPr lang="ru-RU"/>
          </a:p>
          <a:p>
            <a:pPr>
              <a:defRPr/>
            </a:pPr>
            <a:r>
              <a:rPr lang="ru-RU"/>
              <a:t>Реализация бортовых алгоритмов вычисления </a:t>
            </a:r>
            <a:r>
              <a:rPr lang="en-US"/>
              <a:t>PDoA </a:t>
            </a:r>
            <a:r>
              <a:rPr lang="ru-RU"/>
              <a:t>и </a:t>
            </a:r>
            <a:r>
              <a:rPr lang="en-US"/>
              <a:t>TDoA</a:t>
            </a:r>
            <a:endParaRPr lang="en-US"/>
          </a:p>
          <a:p>
            <a:pPr>
              <a:defRPr/>
            </a:pPr>
            <a:r>
              <a:rPr lang="ru-RU"/>
              <a:t>Валидация навигационной системы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062723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1CC0667-2001-4D70-B0A4-E29B98EEB1CF}" type="slidenum">
              <a:rPr lang="ru-RU"/>
              <a:t>3</a:t>
            </a:fld>
            <a:r>
              <a:rPr lang="ru-RU"/>
              <a:t> </a:t>
            </a:r>
            <a:endParaRPr lang="ru-RU"/>
          </a:p>
        </p:txBody>
      </p:sp>
      <p:sp>
        <p:nvSpPr>
          <p:cNvPr id="1842935551" name="Заголовок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Основная часть</a:t>
            </a:r>
            <a:endParaRPr lang="ru-RU" b="1"/>
          </a:p>
        </p:txBody>
      </p:sp>
      <p:pic>
        <p:nvPicPr>
          <p:cNvPr id="358453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9" y="1425452"/>
            <a:ext cx="7930281" cy="3309571"/>
          </a:xfrm>
          <a:prstGeom prst="rect">
            <a:avLst/>
          </a:prstGeom>
        </p:spPr>
      </p:pic>
      <p:sp>
        <p:nvSpPr>
          <p:cNvPr id="1929398959" name=""/>
          <p:cNvSpPr txBox="1"/>
          <p:nvPr/>
        </p:nvSpPr>
        <p:spPr bwMode="auto">
          <a:xfrm rot="0" flipH="0" flipV="0">
            <a:off x="838199" y="4854086"/>
            <a:ext cx="56332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https://habr.com/ru/companies/realtrac/articles/282698/</a:t>
            </a:r>
            <a:endParaRPr/>
          </a:p>
        </p:txBody>
      </p:sp>
      <p:sp>
        <p:nvSpPr>
          <p:cNvPr id="98526984" name=""/>
          <p:cNvSpPr txBox="1"/>
          <p:nvPr/>
        </p:nvSpPr>
        <p:spPr bwMode="auto">
          <a:xfrm rot="0" flipH="0" flipV="0">
            <a:off x="8912307" y="1483701"/>
            <a:ext cx="271168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Диапазон частот </a:t>
            </a:r>
            <a:r>
              <a:rPr lang="en-US"/>
              <a:t>UWB</a:t>
            </a:r>
            <a:endParaRPr lang="en-US"/>
          </a:p>
          <a:p>
            <a:pPr>
              <a:defRPr/>
            </a:pPr>
            <a:r>
              <a:rPr lang="en-US"/>
              <a:t>3.1 </a:t>
            </a:r>
            <a:r>
              <a:rPr lang="ru-RU"/>
              <a:t>ГГц — 10.6 ГГц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74561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8EA1BD3-8F2D-19FB-58B9-CA9B44AAFD36}" type="slidenum">
              <a:rPr lang="ru-RU"/>
              <a:t>4</a:t>
            </a:fld>
            <a:r>
              <a:rPr lang="ru-RU"/>
              <a:t> </a:t>
            </a:r>
            <a:endParaRPr lang="ru-RU"/>
          </a:p>
        </p:txBody>
      </p:sp>
      <p:sp>
        <p:nvSpPr>
          <p:cNvPr id="1158598066" name="Заголовок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Основная часть</a:t>
            </a:r>
            <a:endParaRPr lang="ru-RU" b="1"/>
          </a:p>
        </p:txBody>
      </p:sp>
      <p:pic>
        <p:nvPicPr>
          <p:cNvPr id="20784234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99250" y="1767726"/>
            <a:ext cx="8609699" cy="4163707"/>
          </a:xfrm>
          <a:prstGeom prst="rect">
            <a:avLst/>
          </a:prstGeom>
        </p:spPr>
      </p:pic>
      <p:sp>
        <p:nvSpPr>
          <p:cNvPr id="1103495326" name=""/>
          <p:cNvSpPr txBox="1"/>
          <p:nvPr/>
        </p:nvSpPr>
        <p:spPr bwMode="auto">
          <a:xfrm rot="0" flipH="0" flipV="0">
            <a:off x="838199" y="1309035"/>
            <a:ext cx="534057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Навигация проекта работает на </a:t>
            </a:r>
            <a:r>
              <a:rPr lang="ru-RU" b="1"/>
              <a:t>5 канале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643891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B34554A-4B3C-BDFB-D3AB-4C59A003E61F}" type="slidenum">
              <a:rPr lang="ru-RU"/>
              <a:t>5</a:t>
            </a:fld>
            <a:r>
              <a:rPr lang="ru-RU"/>
              <a:t> </a:t>
            </a:r>
            <a:endParaRPr lang="ru-RU"/>
          </a:p>
        </p:txBody>
      </p:sp>
      <p:sp>
        <p:nvSpPr>
          <p:cNvPr id="607265377" name="Заголовок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Основная часть</a:t>
            </a:r>
            <a:endParaRPr lang="ru-RU" b="1"/>
          </a:p>
        </p:txBody>
      </p:sp>
      <p:pic>
        <p:nvPicPr>
          <p:cNvPr id="6135809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838199" y="1675382"/>
            <a:ext cx="5060910" cy="3795682"/>
          </a:xfrm>
          <a:prstGeom prst="rect">
            <a:avLst/>
          </a:prstGeom>
        </p:spPr>
      </p:pic>
      <p:sp>
        <p:nvSpPr>
          <p:cNvPr id="891840693" name=""/>
          <p:cNvSpPr txBox="1"/>
          <p:nvPr/>
        </p:nvSpPr>
        <p:spPr bwMode="auto">
          <a:xfrm rot="0" flipH="0" flipV="0">
            <a:off x="6086496" y="1730985"/>
            <a:ext cx="5477384" cy="2560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lang="ru-RU"/>
              <a:t>В системе участвует 25 одинаковых по характеристикам дронов</a:t>
            </a:r>
            <a:endParaRPr lang="ru-RU"/>
          </a:p>
          <a:p>
            <a:pPr marL="283879" indent="-283879">
              <a:buFont typeface="Arial"/>
              <a:buChar char="•"/>
              <a:defRPr/>
            </a:pPr>
            <a:r>
              <a:rPr lang="ru-RU"/>
              <a:t>Наличие автопилота</a:t>
            </a:r>
            <a:r>
              <a:rPr lang="ru-RU"/>
              <a:t> для удержания позиции и следования заданному маршруту</a:t>
            </a:r>
            <a:endParaRPr lang="ru-RU"/>
          </a:p>
          <a:p>
            <a:pPr marL="283879" indent="-283879">
              <a:buFont typeface="Arial"/>
              <a:buChar char="•"/>
              <a:defRPr/>
            </a:pPr>
            <a:r>
              <a:rPr lang="ru-RU"/>
              <a:t>Наличие платы с </a:t>
            </a:r>
            <a:r>
              <a:rPr lang="en-US"/>
              <a:t>UWB-</a:t>
            </a:r>
            <a:r>
              <a:rPr lang="ru-RU"/>
              <a:t>модулем с двумя антенами для навигации </a:t>
            </a:r>
            <a:endParaRPr lang="ru-RU"/>
          </a:p>
          <a:p>
            <a:pPr marL="283879" indent="-283879">
              <a:buFont typeface="Arial"/>
              <a:buChar char="•"/>
              <a:defRPr/>
            </a:pPr>
            <a:r>
              <a:rPr lang="en-US"/>
              <a:t>ToF </a:t>
            </a:r>
            <a:r>
              <a:rPr lang="ru-RU"/>
              <a:t>сенсор для стабилизации высоты полета</a:t>
            </a:r>
            <a:endParaRPr lang="ru-RU"/>
          </a:p>
          <a:p>
            <a:pPr marL="283879" indent="-283879">
              <a:buFont typeface="Arial"/>
              <a:buChar char="•"/>
              <a:defRPr/>
            </a:pPr>
            <a:endParaRPr lang="ru-RU"/>
          </a:p>
          <a:p>
            <a:pPr marL="283879" indent="-283879">
              <a:buFont typeface="Arial"/>
              <a:buChar char="•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399919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7CF5452-538A-577B-5CE5-B92702D1E444}" type="slidenum">
              <a:rPr lang="ru-RU"/>
              <a:t>6</a:t>
            </a:fld>
            <a:r>
              <a:rPr lang="ru-RU"/>
              <a:t> </a:t>
            </a:r>
            <a:endParaRPr lang="ru-RU"/>
          </a:p>
        </p:txBody>
      </p:sp>
      <p:sp>
        <p:nvSpPr>
          <p:cNvPr id="662436359" name="Заголовок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Основная часть</a:t>
            </a:r>
            <a:endParaRPr lang="ru-RU" b="1"/>
          </a:p>
        </p:txBody>
      </p:sp>
      <p:pic>
        <p:nvPicPr>
          <p:cNvPr id="6527829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1806383" y="1309035"/>
            <a:ext cx="3070927" cy="4094569"/>
          </a:xfrm>
          <a:prstGeom prst="rect">
            <a:avLst/>
          </a:prstGeom>
        </p:spPr>
      </p:pic>
      <p:pic>
        <p:nvPicPr>
          <p:cNvPr id="10174872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61007" y="1445968"/>
            <a:ext cx="5081692" cy="3893526"/>
          </a:xfrm>
          <a:prstGeom prst="rect">
            <a:avLst/>
          </a:prstGeom>
        </p:spPr>
      </p:pic>
      <p:sp>
        <p:nvSpPr>
          <p:cNvPr id="1799791433" name=""/>
          <p:cNvSpPr txBox="1"/>
          <p:nvPr/>
        </p:nvSpPr>
        <p:spPr bwMode="auto">
          <a:xfrm rot="0" flipH="0" flipV="0">
            <a:off x="6299155" y="5288499"/>
            <a:ext cx="56387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https://www.qorvo.com/products/p/EVK1000#documents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90967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1CC0667-2001-4D70-B0A4-E29B98EEB1CF}" type="slidenum">
              <a:rPr lang="ru-RU"/>
              <a:t>4</a:t>
            </a:fld>
            <a:r>
              <a:rPr lang="ru-RU"/>
              <a:t> </a:t>
            </a:r>
            <a:endParaRPr lang="ru-RU"/>
          </a:p>
        </p:txBody>
      </p:sp>
      <p:sp>
        <p:nvSpPr>
          <p:cNvPr id="1498076989" name="Заголовок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Заключение</a:t>
            </a:r>
            <a:endParaRPr lang="ru-RU" b="1"/>
          </a:p>
        </p:txBody>
      </p:sp>
      <p:sp>
        <p:nvSpPr>
          <p:cNvPr id="1600119886" name="Объект 3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40175764" name="Объект 4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857351" name="Заголовок 4"/>
          <p:cNvSpPr>
            <a:spLocks noGrp="1"/>
          </p:cNvSpPr>
          <p:nvPr>
            <p:ph type="title"/>
          </p:nvPr>
        </p:nvSpPr>
        <p:spPr bwMode="auto">
          <a:xfrm>
            <a:off x="895350" y="2203184"/>
            <a:ext cx="10515600" cy="174217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b="1"/>
              <a:t>Тема диплома</a:t>
            </a:r>
            <a:endParaRPr lang="ru-RU" b="1"/>
          </a:p>
        </p:txBody>
      </p:sp>
      <p:sp>
        <p:nvSpPr>
          <p:cNvPr id="33706837" name="Текст 1"/>
          <p:cNvSpPr>
            <a:spLocks noGrp="1"/>
          </p:cNvSpPr>
          <p:nvPr>
            <p:ph type="body" sz="quarter" idx="10"/>
          </p:nvPr>
        </p:nvSpPr>
        <p:spPr bwMode="auto">
          <a:xfrm>
            <a:off x="6477000" y="4474445"/>
            <a:ext cx="5180664" cy="704114"/>
          </a:xfrm>
        </p:spPr>
        <p:txBody>
          <a:bodyPr/>
          <a:lstStyle/>
          <a:p>
            <a:pPr>
              <a:defRPr/>
            </a:pPr>
            <a:r>
              <a:rPr lang="ru-RU"/>
              <a:t>Информация о студенте</a:t>
            </a:r>
            <a:endParaRPr/>
          </a:p>
          <a:p>
            <a:pPr>
              <a:defRPr/>
            </a:pPr>
            <a:r>
              <a:rPr lang="ru-RU"/>
              <a:t>Информация о </a:t>
            </a:r>
            <a:r>
              <a:rPr lang="ru-RU"/>
              <a:t>руководителе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tusur_ppt_presentation</Template>
  <TotalTime>0</TotalTime>
  <Words>0</Words>
  <Application>ONLYOFFICE/9.4.0.129</Application>
  <DocSecurity>0</DocSecurity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/>
  <dc:identifier/>
  <dc:language/>
  <cp:lastModifiedBy/>
  <cp:revision>41</cp:revision>
  <dcterms:created xsi:type="dcterms:W3CDTF">2022-01-31T05:33:16Z</dcterms:created>
  <dcterms:modified xsi:type="dcterms:W3CDTF">2026-06-13T21:26:33Z</dcterms:modified>
  <cp:category/>
  <cp:contentStatus/>
  <cp:version/>
</cp:coreProperties>
</file>